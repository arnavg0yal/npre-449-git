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20" y="-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70E-82DB-867E-2915-C3362B87B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C878E-FBEF-5068-09D2-C4F525DAA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D4E25-EBB7-B970-1AB4-91DE994B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D2F8A-004D-76BB-0E5B-B30B7DD3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82049-23B0-0F4A-8863-FE3D1B4D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8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58EC-343B-88D9-7807-37EC299D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A31C7-2A72-46F8-D8A3-AB3120E7F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63CD-0056-B0E0-DC81-C9026AB1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5BFA3-BFFA-B9C4-2F88-E24FBEE0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90CB2-EBA7-4104-EE73-9AA7D566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5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8001-70D6-6BAD-9B23-133A1E8C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C380A-692E-8E93-AC5A-FD257563E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E5F41-DE96-FE7E-8C48-BB7CE521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C5D55-02B7-7631-E456-A201FD82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C4013-999E-1B9E-212F-D011795C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1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B7FA-36DF-4B47-B053-CEE4754D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D088-39C5-973E-D961-D6F483CCD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D8A0C-8873-0B63-AC5D-102C9487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E367F-2FCF-A0BA-1F49-7C6D63BE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591D9-05C9-FC20-26D0-DD8C5B6B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25A8B-46A2-36B5-473A-35583405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4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45AF-4FF5-829C-4C15-B659386F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AD094-3A95-AAFE-A789-BA97FF230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A03ED-5C70-20CE-CADB-E88C9E5C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F48F1-F954-43CF-2616-936C09415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05084-C99F-B7F2-BF39-1C11C9581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6B5D8-B1FD-0A3F-A282-83AFD6D4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E53A7-BBED-2C14-7243-EA5F1DDD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3539D-F90B-2305-5789-9CFCF029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19A5-4DE4-33BB-3939-C1AA0E66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C94C-0020-731D-9E1F-9BE77972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E1B9A-895F-E0E0-32F3-7F747682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AA959-B135-09B2-83CF-3ACB5256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8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346F1-E28C-4A0E-0D1B-DB83CCEE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3AE6B-81FC-9C29-8653-6CCE33FC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461F-37EE-1C7C-6516-C66886A6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9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E0CC-1D8C-6EF9-2FC9-4F15F4CB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7BD3-2227-5F8E-5380-9902D0CA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5EC5-EF70-5B5B-4208-6043B2A8A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22DA0-BD72-7F90-F40C-E14E5A6E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A01FC-8FE2-730D-47F3-3F3C9C1F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6B13-0844-E9C3-7DD8-FFD04024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0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FB88-EE91-1E48-E998-CE436739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25F5D-12EE-DF54-F634-B991F25F5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E74DB-2871-82FD-F237-21AF8F5B5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0F0C9-58C2-C12A-84D8-4CAB1ABA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270BF-579B-EF23-736C-AE3BEFB1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EB2E7-4AAA-CAA4-3C30-4A9D3EA9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0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121F-BA8C-2AD6-25D3-85ABCECD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D839C-F498-89FA-A273-18A31A800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009F4-3D76-7922-937B-F3F3B29B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F67E-C958-1B16-7586-702305C7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BE6A4-337D-D875-5650-79B87DA6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9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59EF8-055A-7359-CE39-B8772A07D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D44A5-5BF4-9760-5FAC-2105676C1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B5095-3EBD-D1E6-5C53-92D47005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7FB63-043F-0A9D-7E50-88501F0F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B549F-22FA-0373-5679-94A805B5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1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6931D-D3CB-AC98-1516-F8C6593D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AB17F-72B1-4A6E-6C8F-7E2761D9A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6BDF3-066D-214D-7385-817E318A0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57614-E76E-4548-84E5-77659E2983F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985C-F5BD-0B94-904D-1446C4EAB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62B9-80EB-232E-BD82-BBEF0D32D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09381-CD43-49B2-84DB-218A5105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304FE91-5F20-7A26-9640-957AB6ABB2FD}"/>
              </a:ext>
            </a:extLst>
          </p:cNvPr>
          <p:cNvGrpSpPr/>
          <p:nvPr/>
        </p:nvGrpSpPr>
        <p:grpSpPr>
          <a:xfrm>
            <a:off x="2232096" y="2942252"/>
            <a:ext cx="1787318" cy="1785260"/>
            <a:chOff x="2232096" y="2942252"/>
            <a:chExt cx="1787318" cy="1785260"/>
          </a:xfrm>
        </p:grpSpPr>
        <p:sp>
          <p:nvSpPr>
            <p:cNvPr id="4" name="Partial Circle 3">
              <a:extLst>
                <a:ext uri="{FF2B5EF4-FFF2-40B4-BE49-F238E27FC236}">
                  <a16:creationId xmlns:a16="http://schemas.microsoft.com/office/drawing/2014/main" id="{A1DD2CE6-F8DC-274F-25F9-37733ABC0211}"/>
                </a:ext>
              </a:extLst>
            </p:cNvPr>
            <p:cNvSpPr/>
            <p:nvPr/>
          </p:nvSpPr>
          <p:spPr>
            <a:xfrm>
              <a:off x="2435289" y="3144416"/>
              <a:ext cx="1380931" cy="1380931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Partial Circle 4">
              <a:extLst>
                <a:ext uri="{FF2B5EF4-FFF2-40B4-BE49-F238E27FC236}">
                  <a16:creationId xmlns:a16="http://schemas.microsoft.com/office/drawing/2014/main" id="{AAD96939-3EE0-7DBB-A876-3F38BFF35955}"/>
                </a:ext>
              </a:extLst>
            </p:cNvPr>
            <p:cNvSpPr/>
            <p:nvPr/>
          </p:nvSpPr>
          <p:spPr>
            <a:xfrm>
              <a:off x="2324147" y="3034780"/>
              <a:ext cx="1603214" cy="1600202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3C4C318E-06B8-FBDE-29BA-EF2DC2844384}"/>
                </a:ext>
              </a:extLst>
            </p:cNvPr>
            <p:cNvSpPr/>
            <p:nvPr/>
          </p:nvSpPr>
          <p:spPr>
            <a:xfrm>
              <a:off x="2232096" y="2942252"/>
              <a:ext cx="1787318" cy="1785260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A4FD03-06B1-E5DC-6CB7-B93EE9935A83}"/>
              </a:ext>
            </a:extLst>
          </p:cNvPr>
          <p:cNvGrpSpPr/>
          <p:nvPr/>
        </p:nvGrpSpPr>
        <p:grpSpPr>
          <a:xfrm>
            <a:off x="2232096" y="5292537"/>
            <a:ext cx="1785260" cy="1787318"/>
            <a:chOff x="2232096" y="5292537"/>
            <a:chExt cx="1785260" cy="1787318"/>
          </a:xfrm>
        </p:grpSpPr>
        <p:sp>
          <p:nvSpPr>
            <p:cNvPr id="7" name="Partial Circle 6">
              <a:extLst>
                <a:ext uri="{FF2B5EF4-FFF2-40B4-BE49-F238E27FC236}">
                  <a16:creationId xmlns:a16="http://schemas.microsoft.com/office/drawing/2014/main" id="{DFA5B894-684A-BB8E-9B0A-ED0EC7B698B9}"/>
                </a:ext>
              </a:extLst>
            </p:cNvPr>
            <p:cNvSpPr/>
            <p:nvPr/>
          </p:nvSpPr>
          <p:spPr>
            <a:xfrm rot="5400000">
              <a:off x="2434260" y="5495730"/>
              <a:ext cx="1380931" cy="1380931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Partial Circle 7">
              <a:extLst>
                <a:ext uri="{FF2B5EF4-FFF2-40B4-BE49-F238E27FC236}">
                  <a16:creationId xmlns:a16="http://schemas.microsoft.com/office/drawing/2014/main" id="{A2192586-1394-013B-035A-0BEBC7CB113D}"/>
                </a:ext>
              </a:extLst>
            </p:cNvPr>
            <p:cNvSpPr/>
            <p:nvPr/>
          </p:nvSpPr>
          <p:spPr>
            <a:xfrm rot="5400000">
              <a:off x="2323118" y="5386094"/>
              <a:ext cx="1603214" cy="1600202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6DCEFA56-FEFB-517A-34E4-D7052DE81C1C}"/>
                </a:ext>
              </a:extLst>
            </p:cNvPr>
            <p:cNvSpPr/>
            <p:nvPr/>
          </p:nvSpPr>
          <p:spPr>
            <a:xfrm rot="5400000">
              <a:off x="2231067" y="5293566"/>
              <a:ext cx="1787318" cy="1785260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BA5F36-B3B0-1171-9E1B-E6A95C489AC6}"/>
              </a:ext>
            </a:extLst>
          </p:cNvPr>
          <p:cNvGrpSpPr/>
          <p:nvPr/>
        </p:nvGrpSpPr>
        <p:grpSpPr>
          <a:xfrm>
            <a:off x="-98341" y="5303675"/>
            <a:ext cx="1787318" cy="1785260"/>
            <a:chOff x="-98341" y="5303675"/>
            <a:chExt cx="1787318" cy="1785260"/>
          </a:xfrm>
        </p:grpSpPr>
        <p:sp>
          <p:nvSpPr>
            <p:cNvPr id="10" name="Partial Circle 9">
              <a:extLst>
                <a:ext uri="{FF2B5EF4-FFF2-40B4-BE49-F238E27FC236}">
                  <a16:creationId xmlns:a16="http://schemas.microsoft.com/office/drawing/2014/main" id="{9110F9D3-F6A1-17DC-8CFD-588EC0935F8D}"/>
                </a:ext>
              </a:extLst>
            </p:cNvPr>
            <p:cNvSpPr/>
            <p:nvPr/>
          </p:nvSpPr>
          <p:spPr>
            <a:xfrm rot="10800000">
              <a:off x="104852" y="5505839"/>
              <a:ext cx="1380931" cy="1380931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7C472749-6ECB-891F-391C-A1260793C818}"/>
                </a:ext>
              </a:extLst>
            </p:cNvPr>
            <p:cNvSpPr/>
            <p:nvPr/>
          </p:nvSpPr>
          <p:spPr>
            <a:xfrm rot="10800000">
              <a:off x="-6290" y="5396203"/>
              <a:ext cx="1603214" cy="1600202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Partial Circle 11">
              <a:extLst>
                <a:ext uri="{FF2B5EF4-FFF2-40B4-BE49-F238E27FC236}">
                  <a16:creationId xmlns:a16="http://schemas.microsoft.com/office/drawing/2014/main" id="{3FEBDAE8-EB2F-0EF8-3600-4E33937BC387}"/>
                </a:ext>
              </a:extLst>
            </p:cNvPr>
            <p:cNvSpPr/>
            <p:nvPr/>
          </p:nvSpPr>
          <p:spPr>
            <a:xfrm rot="10800000">
              <a:off x="-98341" y="5303675"/>
              <a:ext cx="1787318" cy="1785260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B7DC43-DC52-29EE-81E1-4DC5864A48FD}"/>
              </a:ext>
            </a:extLst>
          </p:cNvPr>
          <p:cNvGrpSpPr/>
          <p:nvPr/>
        </p:nvGrpSpPr>
        <p:grpSpPr>
          <a:xfrm>
            <a:off x="-98342" y="2973238"/>
            <a:ext cx="1785260" cy="1787318"/>
            <a:chOff x="-98342" y="2973238"/>
            <a:chExt cx="1785260" cy="1787318"/>
          </a:xfrm>
        </p:grpSpPr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9CE234BE-A03D-E80C-4AEF-425B21CE4D8A}"/>
                </a:ext>
              </a:extLst>
            </p:cNvPr>
            <p:cNvSpPr/>
            <p:nvPr/>
          </p:nvSpPr>
          <p:spPr>
            <a:xfrm rot="16200000">
              <a:off x="103822" y="3176431"/>
              <a:ext cx="1380931" cy="1380931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Partial Circle 13">
              <a:extLst>
                <a:ext uri="{FF2B5EF4-FFF2-40B4-BE49-F238E27FC236}">
                  <a16:creationId xmlns:a16="http://schemas.microsoft.com/office/drawing/2014/main" id="{F0BE2B00-90B7-CA43-C1FA-2D8DB61F31B2}"/>
                </a:ext>
              </a:extLst>
            </p:cNvPr>
            <p:cNvSpPr/>
            <p:nvPr/>
          </p:nvSpPr>
          <p:spPr>
            <a:xfrm rot="16200000">
              <a:off x="-7320" y="3066795"/>
              <a:ext cx="1603214" cy="1600202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Partial Circle 14">
              <a:extLst>
                <a:ext uri="{FF2B5EF4-FFF2-40B4-BE49-F238E27FC236}">
                  <a16:creationId xmlns:a16="http://schemas.microsoft.com/office/drawing/2014/main" id="{8A4DFCAD-CD4C-EDF0-0B8E-A361BC328432}"/>
                </a:ext>
              </a:extLst>
            </p:cNvPr>
            <p:cNvSpPr/>
            <p:nvPr/>
          </p:nvSpPr>
          <p:spPr>
            <a:xfrm rot="16200000">
              <a:off x="-99371" y="2974267"/>
              <a:ext cx="1787318" cy="1785260"/>
            </a:xfrm>
            <a:prstGeom prst="pie">
              <a:avLst>
                <a:gd name="adj1" fmla="val 5350893"/>
                <a:gd name="adj2" fmla="val 10800003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6CEB84-9151-318D-45CB-752A121CBE41}"/>
              </a:ext>
            </a:extLst>
          </p:cNvPr>
          <p:cNvCxnSpPr>
            <a:cxnSpLocks/>
          </p:cNvCxnSpPr>
          <p:nvPr/>
        </p:nvCxnSpPr>
        <p:spPr>
          <a:xfrm>
            <a:off x="3498980" y="3866895"/>
            <a:ext cx="0" cy="2319301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619FC6-4B00-8123-EFA9-E4A4B16A497D}"/>
              </a:ext>
            </a:extLst>
          </p:cNvPr>
          <p:cNvSpPr txBox="1"/>
          <p:nvPr/>
        </p:nvSpPr>
        <p:spPr>
          <a:xfrm>
            <a:off x="3498980" y="4819563"/>
            <a:ext cx="68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Pitch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502D71-40A2-A925-7547-CEA443CE5EA0}"/>
              </a:ext>
            </a:extLst>
          </p:cNvPr>
          <p:cNvSpPr/>
          <p:nvPr/>
        </p:nvSpPr>
        <p:spPr>
          <a:xfrm>
            <a:off x="774441" y="3834882"/>
            <a:ext cx="2351314" cy="235131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14A3E9-F751-B7FF-CECC-8811F4D1665A}"/>
              </a:ext>
            </a:extLst>
          </p:cNvPr>
          <p:cNvCxnSpPr>
            <a:cxnSpLocks/>
          </p:cNvCxnSpPr>
          <p:nvPr/>
        </p:nvCxnSpPr>
        <p:spPr>
          <a:xfrm flipH="1">
            <a:off x="774441" y="3618152"/>
            <a:ext cx="2351314" cy="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F6656D-B9B5-45B1-16EF-EB695185537A}"/>
              </a:ext>
            </a:extLst>
          </p:cNvPr>
          <p:cNvSpPr txBox="1"/>
          <p:nvPr/>
        </p:nvSpPr>
        <p:spPr>
          <a:xfrm>
            <a:off x="1639792" y="3234620"/>
            <a:ext cx="68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Pitch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1718C0-515C-405F-909B-769C98D49E8D}"/>
              </a:ext>
            </a:extLst>
          </p:cNvPr>
          <p:cNvGrpSpPr/>
          <p:nvPr/>
        </p:nvGrpSpPr>
        <p:grpSpPr>
          <a:xfrm>
            <a:off x="4924637" y="-74764"/>
            <a:ext cx="4200701" cy="4205543"/>
            <a:chOff x="-98342" y="2973238"/>
            <a:chExt cx="1785260" cy="1787318"/>
          </a:xfrm>
        </p:grpSpPr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7B8DD15B-2743-4AA6-D6E6-8CE0B5EC02F3}"/>
                </a:ext>
              </a:extLst>
            </p:cNvPr>
            <p:cNvSpPr/>
            <p:nvPr/>
          </p:nvSpPr>
          <p:spPr>
            <a:xfrm rot="16200000">
              <a:off x="103822" y="3176431"/>
              <a:ext cx="1380931" cy="1380931"/>
            </a:xfrm>
            <a:prstGeom prst="pie">
              <a:avLst>
                <a:gd name="adj1" fmla="val 5409649"/>
                <a:gd name="adj2" fmla="val 1080000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Partial Circle 32">
              <a:extLst>
                <a:ext uri="{FF2B5EF4-FFF2-40B4-BE49-F238E27FC236}">
                  <a16:creationId xmlns:a16="http://schemas.microsoft.com/office/drawing/2014/main" id="{89F0DEB4-A748-A8F0-D0F6-61CC139170CC}"/>
                </a:ext>
              </a:extLst>
            </p:cNvPr>
            <p:cNvSpPr/>
            <p:nvPr/>
          </p:nvSpPr>
          <p:spPr>
            <a:xfrm rot="16200000">
              <a:off x="-7320" y="3066795"/>
              <a:ext cx="1603214" cy="1600202"/>
            </a:xfrm>
            <a:prstGeom prst="pie">
              <a:avLst>
                <a:gd name="adj1" fmla="val 5400578"/>
                <a:gd name="adj2" fmla="val 1080000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6550D432-71AC-AA1A-F34F-F39922CC0CF1}"/>
                </a:ext>
              </a:extLst>
            </p:cNvPr>
            <p:cNvSpPr/>
            <p:nvPr/>
          </p:nvSpPr>
          <p:spPr>
            <a:xfrm rot="16200000">
              <a:off x="-99371" y="2974267"/>
              <a:ext cx="1787318" cy="1785260"/>
            </a:xfrm>
            <a:prstGeom prst="pie">
              <a:avLst>
                <a:gd name="adj1" fmla="val 5396415"/>
                <a:gd name="adj2" fmla="val 10800003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460A5E9-9A47-7283-8D8B-8971C19FA3A6}"/>
              </a:ext>
            </a:extLst>
          </p:cNvPr>
          <p:cNvSpPr txBox="1"/>
          <p:nvPr/>
        </p:nvSpPr>
        <p:spPr>
          <a:xfrm>
            <a:off x="7171300" y="2042767"/>
            <a:ext cx="133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Fuel Radius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A61798-D8D0-63C6-FB7C-E67B0C2A3EC0}"/>
              </a:ext>
            </a:extLst>
          </p:cNvPr>
          <p:cNvCxnSpPr>
            <a:cxnSpLocks/>
          </p:cNvCxnSpPr>
          <p:nvPr/>
        </p:nvCxnSpPr>
        <p:spPr>
          <a:xfrm flipH="1">
            <a:off x="7024985" y="1911772"/>
            <a:ext cx="162466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AB9B357-BE88-2077-1527-49F884A7C489}"/>
              </a:ext>
            </a:extLst>
          </p:cNvPr>
          <p:cNvCxnSpPr>
            <a:cxnSpLocks/>
          </p:cNvCxnSpPr>
          <p:nvPr/>
        </p:nvCxnSpPr>
        <p:spPr>
          <a:xfrm>
            <a:off x="7024985" y="2028005"/>
            <a:ext cx="43000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BC573D-BF28-D61E-F6F8-635964A2E15F}"/>
              </a:ext>
            </a:extLst>
          </p:cNvPr>
          <p:cNvCxnSpPr>
            <a:cxnSpLocks/>
          </p:cNvCxnSpPr>
          <p:nvPr/>
        </p:nvCxnSpPr>
        <p:spPr>
          <a:xfrm>
            <a:off x="7024985" y="2013244"/>
            <a:ext cx="0" cy="364327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2F9543F-CE00-18AD-45AF-80EB8A7B6A58}"/>
              </a:ext>
            </a:extLst>
          </p:cNvPr>
          <p:cNvCxnSpPr>
            <a:cxnSpLocks/>
          </p:cNvCxnSpPr>
          <p:nvPr/>
        </p:nvCxnSpPr>
        <p:spPr>
          <a:xfrm flipH="1">
            <a:off x="7024985" y="1820332"/>
            <a:ext cx="2100353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E73E33-F52E-67BA-CCA1-77B6842EE042}"/>
              </a:ext>
            </a:extLst>
          </p:cNvPr>
          <p:cNvSpPr txBox="1"/>
          <p:nvPr/>
        </p:nvSpPr>
        <p:spPr>
          <a:xfrm>
            <a:off x="7446599" y="1426208"/>
            <a:ext cx="133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Clad Radius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93DA604-17A1-F695-5BD8-5A4433CB54D2}"/>
              </a:ext>
            </a:extLst>
          </p:cNvPr>
          <p:cNvCxnSpPr>
            <a:cxnSpLocks/>
          </p:cNvCxnSpPr>
          <p:nvPr/>
        </p:nvCxnSpPr>
        <p:spPr>
          <a:xfrm>
            <a:off x="6763138" y="3647784"/>
            <a:ext cx="0" cy="219111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66D7F0F-320F-01F9-7983-A070929BD012}"/>
              </a:ext>
            </a:extLst>
          </p:cNvPr>
          <p:cNvSpPr txBox="1"/>
          <p:nvPr/>
        </p:nvSpPr>
        <p:spPr>
          <a:xfrm>
            <a:off x="5692954" y="3597094"/>
            <a:ext cx="133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Gap Thickness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1AF522-24C2-B456-E3A7-E76E1752CEB8}"/>
              </a:ext>
            </a:extLst>
          </p:cNvPr>
          <p:cNvSpPr txBox="1"/>
          <p:nvPr/>
        </p:nvSpPr>
        <p:spPr>
          <a:xfrm>
            <a:off x="1604490" y="481484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Fluid</a:t>
            </a:r>
          </a:p>
        </p:txBody>
      </p:sp>
    </p:spTree>
    <p:extLst>
      <p:ext uri="{BB962C8B-B14F-4D97-AF65-F5344CB8AC3E}">
        <p14:creationId xmlns:p14="http://schemas.microsoft.com/office/powerpoint/2010/main" val="201896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Arnav Goyal</dc:creator>
  <cp:lastModifiedBy>Arnav Goyal</cp:lastModifiedBy>
  <cp:revision>1</cp:revision>
  <dcterms:created xsi:type="dcterms:W3CDTF">2025-12-10T05:24:27Z</dcterms:created>
  <dcterms:modified xsi:type="dcterms:W3CDTF">2025-12-10T05:50:21Z</dcterms:modified>
</cp:coreProperties>
</file>